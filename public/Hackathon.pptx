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21792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143149"/>
          </a:solidFill>
          <a:ln w="12700">
            <a:solidFill>
              <a:srgbClr val="143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722376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EAF6"/>
                </a:solidFill>
              </a:rPr>
              <a:t>Orion Build Challenge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RunwayPilot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196596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2DCE8"/>
                </a:solidFill>
              </a:rPr>
              <a:t>An AI finance copilot for startups and SMBs that predicts runway, detects risky spending patterns, and recommends actions before cash problems become existential.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292608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8D7"/>
                </a:solidFill>
              </a:rPr>
              <a:t>Solo builder: Rohan Santhosh Kumar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32461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9D5"/>
                </a:solidFill>
              </a:rPr>
              <a:t>AI + Fintech + Enterprise SaaS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40690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14314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215384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A"/>
                </a:solidFill>
              </a:rPr>
              <a:t>Innovation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4471416"/>
            <a:ext cx="14081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030"/>
                </a:solidFill>
              </a:rPr>
              <a:t>AI CFO + deterministic finance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578608" y="406908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14314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4215384"/>
            <a:ext cx="13167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A"/>
                </a:solidFill>
              </a:rPr>
              <a:t>Presentation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0" y="4471416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030"/>
                </a:solidFill>
              </a:rPr>
              <a:t>Premium demo flow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407408" y="4069080"/>
            <a:ext cx="1508760" cy="1051560"/>
          </a:xfrm>
          <a:prstGeom prst="roundRect">
            <a:avLst>
              <a:gd name="adj" fmla="val 6957"/>
            </a:avLst>
          </a:prstGeom>
          <a:solidFill>
            <a:srgbClr val="14314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4215384"/>
            <a:ext cx="11795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A"/>
                </a:solidFill>
              </a:rPr>
              <a:t>Functionality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0" y="4471416"/>
            <a:ext cx="11795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030"/>
                </a:solidFill>
              </a:rPr>
              <a:t>End-to-end MVP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099048" y="406908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4314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4215384"/>
            <a:ext cx="12710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A"/>
                </a:solidFill>
              </a:rPr>
              <a:t>Problem Solving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63640" y="4471416"/>
            <a:ext cx="127101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030"/>
                </a:solidFill>
              </a:rPr>
              <a:t>Early cash risk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287768" y="886968"/>
            <a:ext cx="4306824" cy="5038344"/>
          </a:xfrm>
          <a:prstGeom prst="roundRect">
            <a:avLst>
              <a:gd name="adj" fmla="val 10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22" name="Image 0" descr="/Users/rohan/Desktop/runwaypilot-0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914400"/>
            <a:ext cx="4251960" cy="49834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360920" y="60350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E3"/>
                </a:solidFill>
              </a:rPr>
              <a:t>Live demo: runwaypilot.vercel.app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6E3"/>
                </a:solidFill>
              </a:rPr>
              <a:t>Public repo: github.com/Rohan5commit/RunwayPilot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5029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75720" y="548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D3DD"/>
                </a:solidFill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400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0"/>
                </a:solidFill>
              </a:rPr>
              <a:t>Founders usually discover cash problems too late.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20700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</a:rPr>
              <a:t>Startups and small businesses still run critical operating decisions through stale spreadsheets, fragmented exports, and delayed visibility.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56692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02030"/>
                </a:solidFill>
              </a:rPr>
              <a:t>• Burn creeps up through payroll drift, infrastructure spikes, and contractor expansion.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02030"/>
                </a:solidFill>
              </a:rPr>
              <a:t>• Duplicate software subscriptions and recurring waste remain hidden for months.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02030"/>
                </a:solidFill>
              </a:rPr>
              <a:t>• Revenue softening or delayed receivables compress runway before leadership reacts.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02030"/>
                </a:solidFill>
              </a:rPr>
              <a:t>• By the time the issue is visible, fixing it is already more expensive.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720840" y="1691640"/>
            <a:ext cx="4800600" cy="4434840"/>
          </a:xfrm>
          <a:prstGeom prst="roundRect">
            <a:avLst>
              <a:gd name="adj" fmla="val 1649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20116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A"/>
                </a:solidFill>
              </a:rPr>
              <a:t>Who this affects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0" y="2331720"/>
            <a:ext cx="38404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02030"/>
                </a:solidFill>
              </a:rPr>
              <a:t>• Student founders and indie hackers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02030"/>
                </a:solidFill>
              </a:rPr>
              <a:t>• Startup operators and finance leads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02030"/>
                </a:solidFill>
              </a:rPr>
              <a:t>• Small business owners with limited finance tooling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02030"/>
                </a:solidFill>
              </a:rPr>
              <a:t>• Accelerators managing portfolio health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040880" y="4069080"/>
            <a:ext cx="38404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2519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A"/>
                </a:solidFill>
              </a:rPr>
              <a:t>What the market lacks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4572000"/>
            <a:ext cx="39319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02030"/>
                </a:solidFill>
              </a:rPr>
              <a:t>• A tool that combines explainable analytics with action-oriented AI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030"/>
                </a:solidFill>
              </a:rPr>
              <a:t>• A startup operating surface instead of yet another accounting screen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030"/>
                </a:solidFill>
              </a:rPr>
              <a:t>• Setup-light forecasting and risk detection that judges can test immediately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1792" y="644652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3808C"/>
                </a:solidFill>
              </a:rPr>
              <a:t>RunwayPilot is designed for earlier intervention, not retrospective reporting.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5029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Product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75720" y="548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D3DD"/>
                </a:solidFill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400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0"/>
                </a:solidFill>
              </a:rPr>
              <a:t>RunwayPilot makes the value obvious in under 10 seconds.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20700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</a:rPr>
              <a:t>Upload a CSV or load the seeded startup dataset, then move from signal to action without spreadsheet triage.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8F5F1"/>
          </a:solidFill>
          <a:ln w="12700">
            <a:solidFill>
              <a:srgbClr val="B9DE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83664"/>
            <a:ext cx="1645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80136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030"/>
                </a:solidFill>
              </a:rPr>
              <a:t>Load data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325880" y="2002536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</a:rPr>
              <a:t>Import a CSV or use the bundled startup dataset.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26517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8F5F1"/>
          </a:solidFill>
          <a:ln w="12700">
            <a:solidFill>
              <a:srgbClr val="B9DE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752344"/>
            <a:ext cx="1645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67004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030"/>
                </a:solidFill>
              </a:rPr>
              <a:t>See runway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325880" y="2871216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</a:rPr>
              <a:t>Read cash balance, burn, revenue trend, expense trend, and highest-risk alert.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8F5F1"/>
          </a:solidFill>
          <a:ln w="12700">
            <a:solidFill>
              <a:srgbClr val="B9DE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621024"/>
            <a:ext cx="1645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53872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030"/>
                </a:solidFill>
              </a:rPr>
              <a:t>Inspect risk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325880" y="3739896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</a:rPr>
              <a:t>Review anomalies, duplicate spend, concentration, and deterioration drivers.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43891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8F5F1"/>
          </a:solidFill>
          <a:ln w="12700">
            <a:solidFill>
              <a:srgbClr val="B9DE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489704"/>
            <a:ext cx="1645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440740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030"/>
                </a:solidFill>
              </a:rPr>
              <a:t>Simulate scenarios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325880" y="4608576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</a:rPr>
              <a:t>Stress-test revenue, payroll, software, infra, and one-time costs.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1520" y="525780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8F5F1"/>
          </a:solidFill>
          <a:ln w="12700">
            <a:solidFill>
              <a:srgbClr val="B9DE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358384"/>
            <a:ext cx="1645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25880" y="527608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030"/>
                </a:solidFill>
              </a:rPr>
              <a:t>Get guidance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325880" y="5477256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</a:rPr>
              <a:t>Use NVIDIA NIM to turn the analysis into concise founder actions.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0" y="1737360"/>
            <a:ext cx="5029200" cy="4526280"/>
          </a:xfrm>
          <a:prstGeom prst="roundRect">
            <a:avLst>
              <a:gd name="adj" fmla="val 1616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20116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A"/>
                </a:solidFill>
              </a:rPr>
              <a:t>Core MVP modules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20840" y="2331720"/>
            <a:ext cx="256032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02030"/>
                </a:solidFill>
              </a:rPr>
              <a:t>• Cashflow dashboard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02030"/>
                </a:solidFill>
              </a:rPr>
              <a:t>• Spend intelligence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02030"/>
                </a:solidFill>
              </a:rPr>
              <a:t>• Runway forecasting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02030"/>
                </a:solidFill>
              </a:rPr>
              <a:t>• AI CFO copilot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02030"/>
                </a:solidFill>
              </a:rPr>
              <a:t>• Scenario simulator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02030"/>
                </a:solidFill>
              </a:rPr>
              <a:t>• Founder report export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9372600" y="20116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A"/>
                </a:solidFill>
              </a:rPr>
              <a:t>Why it lands well in a demo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372600" y="2331720"/>
            <a:ext cx="173736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0"/>
                </a:solidFill>
              </a:rPr>
              <a:t>• Immediate KPI strip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0"/>
                </a:solidFill>
              </a:rPr>
              <a:t>• Visible anomaly story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0"/>
                </a:solidFill>
              </a:rPr>
              <a:t>• Interactive downside stress test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0"/>
                </a:solidFill>
              </a:rPr>
              <a:t>• Board-ready AI summary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21792" y="644652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3808C"/>
                </a:solidFill>
              </a:rPr>
              <a:t>This is not accounting software and not a generic chatbot; it is an operating tool for cash decisions.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5029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Live Product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75720" y="548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D3DD"/>
                </a:solidFill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400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0"/>
                </a:solidFill>
              </a:rPr>
              <a:t>The dashboard gives judges a complete operating picture immediately.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20700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</a:rPr>
              <a:t>The top strip communicates the business state before anyone has to inspect a single spreadsheet.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" y="1572768"/>
            <a:ext cx="7781544" cy="4626864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8" name="Image 0" descr="/Users/rohan/Desktop/runwaypilot-02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7726680" cy="4572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41080" y="1719072"/>
            <a:ext cx="2926080" cy="43434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0" y="19933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A"/>
                </a:solidFill>
              </a:rPr>
              <a:t>What stands out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961120" y="2286000"/>
            <a:ext cx="21488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02030"/>
                </a:solidFill>
              </a:rPr>
              <a:t>• Current cash balance and remaining runway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02030"/>
                </a:solidFill>
              </a:rPr>
              <a:t>• Revenue trend weakening while expenses rise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02030"/>
                </a:solidFill>
              </a:rPr>
              <a:t>• Highest-risk alert surfaced without manual analysis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02030"/>
                </a:solidFill>
              </a:rPr>
              <a:t>• Charts connect current state to future runway compression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8961120" y="45720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A"/>
                </a:solidFill>
              </a:rPr>
              <a:t>Judging value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961120" y="4846320"/>
            <a:ext cx="19202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02030"/>
                </a:solidFill>
              </a:rPr>
              <a:t>• Strong presentation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02030"/>
                </a:solidFill>
              </a:rPr>
              <a:t>• Clear functionality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02030"/>
                </a:solidFill>
              </a:rPr>
              <a:t>• Real-world business relevance</a:t>
            </a:r>
            <a:endParaRPr lang="en-US" sz="13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5029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Intelligence Layer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75720" y="548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D3DD"/>
                </a:solidFill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400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0"/>
                </a:solidFill>
              </a:rPr>
              <a:t>RunwayPilot turns anomalies into explainable next actions.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20700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</a:rPr>
              <a:t>The right-hand AI layer does not invent the math. It interprets structured outputs from deterministic finance logic.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" y="1755648"/>
            <a:ext cx="5541264" cy="3300984"/>
          </a:xfrm>
          <a:prstGeom prst="roundRect">
            <a:avLst>
              <a:gd name="adj" fmla="val 138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8" name="Image 0" descr="/Users/rohan/Desktop/runwaypilot-02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83080"/>
            <a:ext cx="5486400" cy="3246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525780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CEDEA"/>
          </a:solidFill>
          <a:ln w="12700">
            <a:solidFill>
              <a:srgbClr val="EAC4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458968"/>
            <a:ext cx="49834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A2D1C"/>
                </a:solidFill>
              </a:rPr>
              <a:t>Example risks in the seeded dataset: unusual AWS infrastructure spike, duplicated Figma subscription, burn deterioration, and weakening revenue momentum.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37960" y="1783080"/>
            <a:ext cx="4983480" cy="4114800"/>
          </a:xfrm>
          <a:prstGeom prst="roundRect">
            <a:avLst>
              <a:gd name="adj" fmla="val 1778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20574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A"/>
                </a:solidFill>
              </a:rPr>
              <a:t>Why the AI layer is credible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0" y="2359152"/>
            <a:ext cx="397764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02030"/>
                </a:solidFill>
              </a:rPr>
              <a:t>• Uses NVIDIA NIM for founder-facing interpretation and recommendations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2030"/>
                </a:solidFill>
              </a:rPr>
              <a:t>• Receives structured findings instead of raw, ambiguous 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2030"/>
                </a:solidFill>
              </a:rPr>
              <a:t>• Returns strict JSON: summary, top risks, actions, confidence, board note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2030"/>
                </a:solidFill>
              </a:rPr>
              <a:t>• Falls back safely if the AI path is unavailable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2030"/>
                </a:solidFill>
              </a:rPr>
              <a:t>• Separates fact, inference, and recommendation to avoid hallucinated finance claims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21792" y="644652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3808C"/>
                </a:solidFill>
              </a:rPr>
              <a:t>AI augments judgment; it does not replace the underlying finance logic.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5029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Scenario Planning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75720" y="548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D3DD"/>
                </a:solidFill>
              </a:rPr>
              <a:t>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400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0"/>
                </a:solidFill>
              </a:rPr>
              <a:t>The scenario simulator makes runway risk decision-ready.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20700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</a:rPr>
              <a:t>Judges can move one lever, like revenue down 20%, and see the survival window compress immediately.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" y="1618488"/>
            <a:ext cx="7690104" cy="4672584"/>
          </a:xfrm>
          <a:prstGeom prst="roundRect">
            <a:avLst>
              <a:gd name="adj" fmla="val 9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8" name="Image 0" descr="/Users/rohan/Desktop/runwaypilot-03-simul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7635240" cy="4617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49640" y="1755648"/>
            <a:ext cx="3017520" cy="4434840"/>
          </a:xfrm>
          <a:prstGeom prst="roundRect">
            <a:avLst>
              <a:gd name="adj" fmla="val 2424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9680" y="201168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A"/>
                </a:solidFill>
              </a:rPr>
              <a:t>Scenario controls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869680" y="2304288"/>
            <a:ext cx="201168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02030"/>
                </a:solidFill>
              </a:rPr>
              <a:t>• Revenue up/down 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2030"/>
                </a:solidFill>
              </a:rPr>
              <a:t>• Payroll up/down 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2030"/>
                </a:solidFill>
              </a:rPr>
              <a:t>• Software spend change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2030"/>
                </a:solidFill>
              </a:rPr>
              <a:t>• Infrastructure spend change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2030"/>
                </a:solidFill>
              </a:rPr>
              <a:t>• One-time cost addition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2030"/>
                </a:solidFill>
              </a:rPr>
              <a:t>• Growth mode toggle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869680" y="45720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A"/>
                </a:solidFill>
              </a:rPr>
              <a:t>Why this matters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869680" y="4828032"/>
            <a:ext cx="20116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02030"/>
                </a:solidFill>
              </a:rPr>
              <a:t>• Connects finance data directly to operating decisions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02030"/>
                </a:solidFill>
              </a:rPr>
              <a:t>• Shows downside risk before it becomes existential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02030"/>
                </a:solidFill>
              </a:rPr>
              <a:t>• Makes the demo interactive instead of passive</a:t>
            </a:r>
            <a:endParaRPr lang="en-US" sz="13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5029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75720" y="548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D3DD"/>
                </a:solidFill>
              </a:rPr>
              <a:t>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400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0"/>
                </a:solidFill>
              </a:rPr>
              <a:t>Five agents power a deterministic finance pipeline plus explainable AI.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20700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</a:rPr>
              <a:t>The product is backend-light, easy to deploy from GitHub to Vercel, and intentionally practical for hackathon judging.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9808" y="1755648"/>
            <a:ext cx="2057400" cy="512064"/>
          </a:xfrm>
          <a:prstGeom prst="roundRect">
            <a:avLst>
              <a:gd name="adj" fmla="val 14286"/>
            </a:avLst>
          </a:prstGeom>
          <a:solidFill>
            <a:srgbClr val="E8F5F1"/>
          </a:solidFill>
          <a:ln w="12700">
            <a:solidFill>
              <a:srgbClr val="B9DE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01952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1. Intake Agent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907792" y="1819656"/>
            <a:ext cx="365760" cy="384048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6432" y="1728216"/>
            <a:ext cx="7498080" cy="566928"/>
          </a:xfrm>
          <a:prstGeom prst="roundRect">
            <a:avLst>
              <a:gd name="adj" fmla="val 9677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865376"/>
            <a:ext cx="69951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02030"/>
                </a:solidFill>
              </a:rPr>
              <a:t>Validates CSV/demo data and standardizes dates, amounts, and fields.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749808" y="2560320"/>
            <a:ext cx="2057400" cy="512064"/>
          </a:xfrm>
          <a:prstGeom prst="roundRect">
            <a:avLst>
              <a:gd name="adj" fmla="val 14286"/>
            </a:avLst>
          </a:prstGeom>
          <a:solidFill>
            <a:srgbClr val="E8F5F1"/>
          </a:solidFill>
          <a:ln w="12700">
            <a:solidFill>
              <a:srgbClr val="B9DE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706624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2. Classification Agent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907792" y="2624328"/>
            <a:ext cx="365760" cy="384048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56432" y="2532888"/>
            <a:ext cx="7498080" cy="566928"/>
          </a:xfrm>
          <a:prstGeom prst="roundRect">
            <a:avLst>
              <a:gd name="adj" fmla="val 9677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2670048"/>
            <a:ext cx="69951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02030"/>
                </a:solidFill>
              </a:rPr>
              <a:t>Maps transactions into payroll, software, infra, marketing, operations, revenue, and other.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749808" y="3364992"/>
            <a:ext cx="2057400" cy="512064"/>
          </a:xfrm>
          <a:prstGeom prst="roundRect">
            <a:avLst>
              <a:gd name="adj" fmla="val 14286"/>
            </a:avLst>
          </a:prstGeom>
          <a:solidFill>
            <a:srgbClr val="E8F5F1"/>
          </a:solidFill>
          <a:ln w="12700">
            <a:solidFill>
              <a:srgbClr val="B9DE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511296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3. Forecast Agent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907792" y="3429000"/>
            <a:ext cx="365760" cy="384048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56432" y="3337560"/>
            <a:ext cx="7498080" cy="566928"/>
          </a:xfrm>
          <a:prstGeom prst="roundRect">
            <a:avLst>
              <a:gd name="adj" fmla="val 9677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3474720"/>
            <a:ext cx="69951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02030"/>
                </a:solidFill>
              </a:rPr>
              <a:t>Calculates burn, runway, and baseline / optimistic / conservative outlooks.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749808" y="4169664"/>
            <a:ext cx="2057400" cy="512064"/>
          </a:xfrm>
          <a:prstGeom prst="roundRect">
            <a:avLst>
              <a:gd name="adj" fmla="val 14286"/>
            </a:avLst>
          </a:prstGeom>
          <a:solidFill>
            <a:srgbClr val="E8F5F1"/>
          </a:solidFill>
          <a:ln w="12700">
            <a:solidFill>
              <a:srgbClr val="B9DE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315968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4. Risk Agent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2907792" y="4233672"/>
            <a:ext cx="365760" cy="384048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56432" y="4142232"/>
            <a:ext cx="7498080" cy="566928"/>
          </a:xfrm>
          <a:prstGeom prst="roundRect">
            <a:avLst>
              <a:gd name="adj" fmla="val 9677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4279392"/>
            <a:ext cx="69951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02030"/>
                </a:solidFill>
              </a:rPr>
              <a:t>Detects anomalies, concentration, recurring waste, and cashflow deterioration.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749808" y="4974336"/>
            <a:ext cx="2057400" cy="512064"/>
          </a:xfrm>
          <a:prstGeom prst="roundRect">
            <a:avLst>
              <a:gd name="adj" fmla="val 14286"/>
            </a:avLst>
          </a:prstGeom>
          <a:solidFill>
            <a:srgbClr val="E9F1F8"/>
          </a:solidFill>
          <a:ln w="12700">
            <a:solidFill>
              <a:srgbClr val="BED4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5120640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6E99"/>
                </a:solidFill>
              </a:rPr>
              <a:t>5. Strategy Agent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2907792" y="5038344"/>
            <a:ext cx="365760" cy="384048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56432" y="4946904"/>
            <a:ext cx="7498080" cy="566928"/>
          </a:xfrm>
          <a:prstGeom prst="roundRect">
            <a:avLst>
              <a:gd name="adj" fmla="val 9677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5084064"/>
            <a:ext cx="69951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02030"/>
                </a:solidFill>
              </a:rPr>
              <a:t>Uses NVIDIA NIM to generate structured business-language guidance.</a:t>
            </a:r>
            <a:endParaRPr lang="en-US" sz="1260" dirty="0"/>
          </a:p>
        </p:txBody>
      </p:sp>
      <p:sp>
        <p:nvSpPr>
          <p:cNvPr id="32" name="Shape 30"/>
          <p:cNvSpPr/>
          <p:nvPr/>
        </p:nvSpPr>
        <p:spPr>
          <a:xfrm>
            <a:off x="749808" y="5989320"/>
            <a:ext cx="10972800" cy="411480"/>
          </a:xfrm>
          <a:prstGeom prst="roundRect">
            <a:avLst>
              <a:gd name="adj" fmla="val 13333"/>
            </a:avLst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6117336"/>
            <a:ext cx="10607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</a:rPr>
              <a:t>Frontend: Next.js + TypeScript + Tailwind CSS + Recharts | Hosting: Vercel via GitHub | AI: NVIDIA NIM | Validation: Zod | CSV parsing: Papa Parse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5029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Why RunwayPilot Wins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75720" y="548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D3DD"/>
                </a:solidFill>
              </a:rPr>
              <a:t>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400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0"/>
                </a:solidFill>
              </a:rPr>
              <a:t>RunwayPilot is optimized directly against Orion’s judging criteria.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20700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</a:rPr>
              <a:t>The product is built to score evenly across innovation, presentation, functionality, and problem solving.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9808" y="1783080"/>
            <a:ext cx="5138928" cy="155448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8424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0"/>
                </a:solidFill>
              </a:rPr>
              <a:t>Innovation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B6B7A"/>
                </a:solidFill>
              </a:rPr>
              <a:t>Combines deterministic finance intelligence with explainable NVIDIA-powered strategy output.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138928" cy="155448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98424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0"/>
                </a:solidFill>
              </a:rPr>
              <a:t>Presentation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65392" y="22860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B6B7A"/>
                </a:solidFill>
              </a:rPr>
              <a:t>Premium fintech UI, fast demo path, visible anomaly story, and strong information hierarchy.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749808" y="3794760"/>
            <a:ext cx="5138928" cy="155448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99592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0"/>
                </a:solidFill>
              </a:rPr>
              <a:t>Functionality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2976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B6B7A"/>
                </a:solidFill>
              </a:rPr>
              <a:t>CSV ingestion, analytics, forecasting, scenario simulation, AI guidance, and export all work end-to-end.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6309360" y="3794760"/>
            <a:ext cx="5138928" cy="155448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399592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0"/>
                </a:solidFill>
              </a:rPr>
              <a:t>Problem Solving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65392" y="42976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B6B7A"/>
                </a:solidFill>
              </a:rPr>
              <a:t>Targets a painful, expensive real-world problem shared by founders, SMBs, and accelerators.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822960" y="5897880"/>
            <a:ext cx="10332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6E99"/>
                </a:solidFill>
              </a:rPr>
              <a:t>Cross-domain fit: AI/ML + fintech + analytics + enterprise systems + product strategy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5029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Submission Links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75720" y="548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D3DD"/>
                </a:solidFill>
              </a:rPr>
              <a:t>09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400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0"/>
                </a:solidFill>
              </a:rPr>
              <a:t>Cash problems should be visible before they become existential.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20700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</a:rPr>
              <a:t>RunwayPilot helps teams act early enough for the decision to still matter.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9808" y="178308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02996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A"/>
                </a:solidFill>
              </a:rPr>
              <a:t>Submission assets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377440"/>
            <a:ext cx="429768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030"/>
                </a:solidFill>
              </a:rPr>
              <a:t>Live demo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02030"/>
                </a:solidFill>
              </a:rPr>
              <a:t>https://runwaypilot.vercel.app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02030"/>
                </a:solidFill>
              </a:rPr>
              <a:t>Public source code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02030"/>
                </a:solidFill>
              </a:rPr>
              <a:t>https://github.com/Rohan5commit/RunwayPilot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02030"/>
                </a:solidFill>
              </a:rPr>
              <a:t>Deck file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02030"/>
                </a:solidFill>
              </a:rPr>
              <a:t>/public/Hackathon.pptx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434340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A"/>
                </a:solidFill>
              </a:rPr>
              <a:t>Solo team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45994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</a:rPr>
              <a:t>Rohan Santhosh Kumar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</a:rPr>
              <a:t>Product, engineering, design, AI, and demo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178308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48272" y="202996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E8F2"/>
                </a:solidFill>
              </a:rPr>
              <a:t>Closing statement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48272" y="2423160"/>
            <a:ext cx="438912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Founders do not need more dashboards. They need earlier intervention.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RunwayPilot turns fragmented finance data into a clear operating signal, shows what is driving runway compression, and recommends the next actions before the problem becomes existential.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48272" y="44805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D5C8"/>
                </a:solidFill>
              </a:rPr>
              <a:t>Ready for Orion submission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48272" y="4736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C5D4E2"/>
                </a:solidFill>
              </a:rPr>
              <a:t>Public repo, live demo, docs, screenshots, and PPT are all in place.</a:t>
            </a:r>
            <a:endParaRPr lang="en-US" sz="12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RunwayPilot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</dc:title>
  <dc:subject>Orion Build Challenge 2026 submission deck</dc:subject>
  <dc:creator>OpenAI Codex</dc:creator>
  <cp:lastModifiedBy>OpenAI Codex</cp:lastModifiedBy>
  <cp:revision>1</cp:revision>
  <dcterms:created xsi:type="dcterms:W3CDTF">2026-04-15T14:53:07Z</dcterms:created>
  <dcterms:modified xsi:type="dcterms:W3CDTF">2026-04-15T14:53:07Z</dcterms:modified>
</cp:coreProperties>
</file>